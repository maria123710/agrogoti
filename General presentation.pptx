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73a04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73a04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c6f73a04f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c6f73a0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fe7ee2634_0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fe7ee263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c6f73a04f_0_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c6f73a04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c6f73a04f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c6f73a04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maria123710.github.io/AgroGoti/" TargetMode="External"/><Relationship Id="rId4" Type="http://schemas.openxmlformats.org/officeDocument/2006/relationships/hyperlink" Target="https://maria123710.github.io/AgroGoti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/>
        </p:nvSpPr>
        <p:spPr>
          <a:xfrm>
            <a:off x="0" y="193650"/>
            <a:ext cx="3016500" cy="47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endParaRPr sz="6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endParaRPr sz="6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endParaRPr sz="6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come</a:t>
            </a:r>
            <a:r>
              <a:rPr lang="en" sz="9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5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Google Shape;68;p13" title="jute-5973747_64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6500" y="0"/>
            <a:ext cx="61275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 txBox="1"/>
          <p:nvPr/>
        </p:nvSpPr>
        <p:spPr>
          <a:xfrm>
            <a:off x="2883800" y="2432250"/>
            <a:ext cx="4926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idx="1" type="subTitle"/>
          </p:nvPr>
        </p:nvSpPr>
        <p:spPr>
          <a:xfrm>
            <a:off x="163050" y="3591575"/>
            <a:ext cx="3135000" cy="13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গ্রুপ নং : ০৪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উপস্থাপক: </a:t>
            </a:r>
            <a:endParaRPr b="1"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মোছা: জান্নাতুল তাজরীন,</a:t>
            </a:r>
            <a:endParaRPr b="1"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নুরাইয়া আক্তার বর্ষা</a:t>
            </a:r>
            <a:endParaRPr b="1"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5" name="Google Shape;75;p14"/>
          <p:cNvSpPr txBox="1"/>
          <p:nvPr/>
        </p:nvSpPr>
        <p:spPr>
          <a:xfrm>
            <a:off x="207525" y="1064375"/>
            <a:ext cx="5366400" cy="21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সুপ্রভাত/শুভ সন্ধ্যা। আজকের এই প্রেজেন্টেশনের বিষয় হলো: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"আজ আমরা বাংলাদেশের কৃষিক্ষেত্রে একটি নতুন দিগন্ত উন্মোচনকারী একটি ফ্রন্ট-এন্ড ওয়েবসাইট প্রোটোটাইপ, </a:t>
            </a:r>
            <a:r>
              <a:rPr b="1" lang="en" sz="1800"/>
              <a:t>AgroGoti BD</a:t>
            </a:r>
            <a:r>
              <a:rPr lang="en" sz="1800"/>
              <a:t> উপস্থাপন করব।"</a:t>
            </a: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0" y="0"/>
            <a:ext cx="9101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77" name="Google Shape;77;p14"/>
          <p:cNvSpPr txBox="1"/>
          <p:nvPr/>
        </p:nvSpPr>
        <p:spPr>
          <a:xfrm>
            <a:off x="993125" y="296450"/>
            <a:ext cx="787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4" title="image-removebg-preview.png"/>
          <p:cNvPicPr preferRelativeResize="0"/>
          <p:nvPr/>
        </p:nvPicPr>
        <p:blipFill rotWithShape="1">
          <a:blip r:embed="rId3">
            <a:alphaModFix/>
          </a:blip>
          <a:srcRect b="0" l="12731" r="12731" t="0"/>
          <a:stretch/>
        </p:blipFill>
        <p:spPr>
          <a:xfrm>
            <a:off x="6608725" y="1471175"/>
            <a:ext cx="1615810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/>
          <p:nvPr/>
        </p:nvSpPr>
        <p:spPr>
          <a:xfrm>
            <a:off x="1397025" y="156000"/>
            <a:ext cx="6447900" cy="45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highlight>
                  <a:srgbClr val="B7B7B7"/>
                </a:highlight>
              </a:rPr>
              <a:t>🌱 </a:t>
            </a:r>
            <a:r>
              <a:rPr b="1" lang="en" sz="2500">
                <a:highlight>
                  <a:srgbClr val="B7B7B7"/>
                </a:highlight>
              </a:rPr>
              <a:t>AgroGoti BD</a:t>
            </a:r>
            <a:r>
              <a:rPr lang="en" sz="2500">
                <a:highlight>
                  <a:srgbClr val="B7B7B7"/>
                </a:highlight>
              </a:rPr>
              <a:t> - ডিজিটাল কৃষি অগ্রযাত্রা</a:t>
            </a:r>
            <a:endParaRPr>
              <a:solidFill>
                <a:schemeClr val="lt1"/>
              </a:solidFill>
              <a:highlight>
                <a:srgbClr val="B7B7B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0" name="Google Shape;80;p14" title="bangladesh-3543464_64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5725" y="1792450"/>
            <a:ext cx="3353650" cy="268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992225" y="170450"/>
            <a:ext cx="7493700" cy="83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সমস্যা এবং লক্ষ্য</a:t>
            </a:r>
            <a:endParaRPr b="1" sz="3000"/>
          </a:p>
        </p:txBody>
      </p:sp>
      <p:sp>
        <p:nvSpPr>
          <p:cNvPr id="86" name="Google Shape;86;p15"/>
          <p:cNvSpPr txBox="1"/>
          <p:nvPr/>
        </p:nvSpPr>
        <p:spPr>
          <a:xfrm>
            <a:off x="322650" y="874925"/>
            <a:ext cx="8498700" cy="1422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434343"/>
                </a:solidFill>
              </a:rPr>
              <a:t>আমাদের লক্ষ্য ছিল—কৃষি তথ্যকে আরও সহজলভ্য এবং আকর্ষণীয় করে তোলা। ফ্রন্ট-এন্ডের মাধ্যমে আমরা ব্যবহারকারীকে একটি আধুনিক ইন্টারফেস দিতে চেয়েছি।</a:t>
            </a:r>
            <a:endParaRPr sz="2900">
              <a:solidFill>
                <a:srgbClr val="434343"/>
              </a:solidFill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941250" y="1586025"/>
            <a:ext cx="426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8" name="Google Shape;8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8900" y="1966400"/>
            <a:ext cx="5632450" cy="292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0" y="815500"/>
            <a:ext cx="8222100" cy="76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হোমপেজ ডিজাইন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 txBox="1"/>
          <p:nvPr>
            <p:ph idx="1" type="body"/>
          </p:nvPr>
        </p:nvSpPr>
        <p:spPr>
          <a:xfrm>
            <a:off x="251275" y="1919200"/>
            <a:ext cx="3441000" cy="32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এটি আমাদের হোমপেজ। এখানে ইউজার সহজেই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বাংলাদেশের উদীয়মান শিল্প ও অর্থনৈতিক খাত সম্পর্কে 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দেখতে পারবে  । আমরা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Clean Design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এবং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Clear Navigation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-এর উপর জোর দিয়েছি।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5025" y="1679450"/>
            <a:ext cx="5358973" cy="3464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" name="Google Shape;96;p16"/>
          <p:cNvCxnSpPr/>
          <p:nvPr/>
        </p:nvCxnSpPr>
        <p:spPr>
          <a:xfrm flipH="1" rot="10800000">
            <a:off x="7293700" y="1950025"/>
            <a:ext cx="506700" cy="23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" name="Google Shape;97;p16"/>
          <p:cNvCxnSpPr/>
          <p:nvPr/>
        </p:nvCxnSpPr>
        <p:spPr>
          <a:xfrm flipH="1" rot="10800000">
            <a:off x="7777400" y="1988525"/>
            <a:ext cx="276300" cy="2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" name="Google Shape;98;p16"/>
          <p:cNvSpPr/>
          <p:nvPr/>
        </p:nvSpPr>
        <p:spPr>
          <a:xfrm>
            <a:off x="7071050" y="1781200"/>
            <a:ext cx="237900" cy="1380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331950" y="1742649"/>
            <a:ext cx="8147400" cy="10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আমরা এমন একটি সেকশন ডিজাইন করেছি, যেখানে নির্দিষ্ট কিছু  বাংলাদেশের জনপ্রিয়  অর্থনীতিক খাত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সম্পর্কিত তথ্যগুলো ছবি ও আইকনের মাধ্যমে ইন্টার‍্যাক্টিভভাবে দেখানো হয়েছে।</a:t>
            </a:r>
            <a:endParaRPr sz="1900"/>
          </a:p>
        </p:txBody>
      </p:sp>
      <p:sp>
        <p:nvSpPr>
          <p:cNvPr id="104" name="Google Shape;104;p17"/>
          <p:cNvSpPr txBox="1"/>
          <p:nvPr/>
        </p:nvSpPr>
        <p:spPr>
          <a:xfrm>
            <a:off x="550800" y="629950"/>
            <a:ext cx="79896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marR="38100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FFFFFF"/>
              </a:buClr>
              <a:buSzPts val="2200"/>
              <a:buChar char="●"/>
            </a:pPr>
            <a:r>
              <a:rPr lang="en" sz="2200">
                <a:solidFill>
                  <a:srgbClr val="FFFFFF"/>
                </a:solidFill>
              </a:rPr>
              <a:t>ফিচার হাইলাইট : ইন্টার‍্যাক্টিভ গাইড</a:t>
            </a:r>
            <a:endParaRPr sz="2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63" y="2948025"/>
            <a:ext cx="2895676" cy="1973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2188" y="2951416"/>
            <a:ext cx="2844825" cy="1862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4963" y="2949725"/>
            <a:ext cx="3090474" cy="1865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/>
        </p:nvSpPr>
        <p:spPr>
          <a:xfrm>
            <a:off x="0" y="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প্রযুক্তিগত ভিত্তি</a:t>
            </a:r>
            <a:endParaRPr sz="2200"/>
          </a:p>
        </p:txBody>
      </p:sp>
      <p:pic>
        <p:nvPicPr>
          <p:cNvPr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050" y="2283525"/>
            <a:ext cx="2258700" cy="22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/>
          <p:nvPr/>
        </p:nvSpPr>
        <p:spPr>
          <a:xfrm>
            <a:off x="560450" y="591200"/>
            <a:ext cx="7915500" cy="115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এই দৃষ্টিনন্দন ডিজাইনটি তৈরি করতে আমরা ব্যবহার করেছি: </a:t>
            </a:r>
            <a:r>
              <a:rPr b="1" lang="en" sz="1600"/>
              <a:t>HTML5, Tailwind Css, java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5" name="Google Shape;11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3800" y="2020950"/>
            <a:ext cx="2650699" cy="265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30950" y="2020950"/>
            <a:ext cx="2545001" cy="254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/>
        </p:nvSpPr>
        <p:spPr>
          <a:xfrm>
            <a:off x="451550" y="616200"/>
            <a:ext cx="7794600" cy="3911100"/>
          </a:xfrm>
          <a:prstGeom prst="rect">
            <a:avLst/>
          </a:prstGeom>
          <a:solidFill>
            <a:srgbClr val="1155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lt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Let's take a look at our deployed website.</a:t>
            </a:r>
            <a:endParaRPr b="1" sz="2900">
              <a:solidFill>
                <a:schemeClr val="lt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</a:t>
            </a:r>
            <a:endParaRPr b="1" sz="2500">
              <a:solidFill>
                <a:schemeClr val="lt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 u="sng">
                <a:solidFill>
                  <a:srgbClr val="FFF2CC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AgroGoti BD</a:t>
            </a:r>
            <a:r>
              <a:rPr b="1" lang="en" sz="2500" u="sng">
                <a:solidFill>
                  <a:schemeClr val="hlink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 </a:t>
            </a:r>
            <a:r>
              <a:rPr lang="en" sz="2500">
                <a:solidFill>
                  <a:schemeClr val="lt2"/>
                </a:solidFill>
                <a:highlight>
                  <a:srgbClr val="00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sz="2500">
              <a:solidFill>
                <a:schemeClr val="lt2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3530350" y="-482350"/>
            <a:ext cx="59112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" name="Google Shape;127;p20"/>
          <p:cNvCxnSpPr/>
          <p:nvPr/>
        </p:nvCxnSpPr>
        <p:spPr>
          <a:xfrm>
            <a:off x="2647750" y="2411475"/>
            <a:ext cx="3694500" cy="51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20"/>
          <p:cNvSpPr txBox="1"/>
          <p:nvPr/>
        </p:nvSpPr>
        <p:spPr>
          <a:xfrm>
            <a:off x="225600" y="1488075"/>
            <a:ext cx="8918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Thank you.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