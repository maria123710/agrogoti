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6858000" cy="9144000"/>
  <p:embeddedFontLst>
    <p:embeddedFont>
      <p:font typeface="Roboto" panose="02000000000000000000"/>
      <p:regular r:id="rId15"/>
    </p:embeddedFont>
    <p:embeddedFont>
      <p:font typeface="Roboto" panose="02000000000000000000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20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73a04f_0_0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73a04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73a04f_0_5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73a04f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73a04f_0_9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73a04f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73a04f_0_14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73a04f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fe7ee2634_0_1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fe7ee2634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6f73a04f_0_25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c6f73a04f_0_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c6f73a04f_0_3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c6f73a04f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0"/>
          <p:cNvSpPr txBox="1"/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accent4"/>
        </a:solidFill>
        <a:effectLst/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 panose="02000000000000000000"/>
              <a:buChar char="●"/>
              <a:defRPr sz="1800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○"/>
              <a:defRPr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■"/>
              <a:defRPr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●"/>
              <a:defRPr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○"/>
              <a:defRPr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■"/>
              <a:defRPr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●"/>
              <a:defRPr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○"/>
              <a:defRPr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 panose="02000000000000000000"/>
              <a:buChar char="■"/>
              <a:defRPr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s://github.com/Maria123710/AgroGoti/blob/master/index.js" TargetMode="External"/><Relationship Id="rId3" Type="http://schemas.openxmlformats.org/officeDocument/2006/relationships/hyperlink" Target="https://github.com/Maria123710/AgroGoti/blob/master/style.css" TargetMode="External"/><Relationship Id="rId2" Type="http://schemas.openxmlformats.org/officeDocument/2006/relationships/image" Target="../media/image8.png"/><Relationship Id="rId1" Type="http://schemas.openxmlformats.org/officeDocument/2006/relationships/hyperlink" Target="https://github.com/Maria123710/AgroGoti/blob/master/index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hyperlink" Target="https://maria123710.github.io/AgroGoti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/>
        </p:nvSpPr>
        <p:spPr>
          <a:xfrm>
            <a:off x="0" y="1057275"/>
            <a:ext cx="2811780" cy="303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uFillTx/>
                <a:latin typeface="Roboto" panose="02000000000000000000" charset="0"/>
                <a:ea typeface="Roboto" panose="02000000000000000000"/>
                <a:cs typeface="Roboto" panose="02000000000000000000"/>
                <a:sym typeface="Roboto" panose="02000000000000000000"/>
              </a:rPr>
              <a:t>Welcome To</a:t>
            </a:r>
            <a:endParaRPr lang="en-US" sz="4000">
              <a:solidFill>
                <a:srgbClr val="FFFFFF"/>
              </a:solidFill>
              <a:uFillTx/>
              <a:latin typeface="Roboto" panose="02000000000000000000" charset="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uFillTx/>
                <a:latin typeface="Roboto" panose="02000000000000000000" charset="0"/>
                <a:ea typeface="Roboto" panose="02000000000000000000"/>
                <a:cs typeface="Roboto" panose="02000000000000000000"/>
                <a:sym typeface="Roboto" panose="02000000000000000000"/>
              </a:rPr>
              <a:t>Our</a:t>
            </a:r>
            <a:endParaRPr lang="en-US" sz="4000">
              <a:solidFill>
                <a:srgbClr val="FFFFFF"/>
              </a:solidFill>
              <a:uFillTx/>
              <a:latin typeface="Roboto" panose="02000000000000000000" charset="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uFillTx/>
                <a:latin typeface="Roboto" panose="02000000000000000000" charset="0"/>
                <a:ea typeface="Roboto" panose="02000000000000000000"/>
                <a:cs typeface="Roboto" panose="02000000000000000000"/>
                <a:sym typeface="Roboto" panose="02000000000000000000"/>
              </a:rPr>
              <a:t> Project</a:t>
            </a:r>
            <a:endParaRPr lang="en-US" sz="4000">
              <a:solidFill>
                <a:srgbClr val="FFFFFF"/>
              </a:solidFill>
              <a:uFillTx/>
              <a:latin typeface="Roboto" panose="02000000000000000000" charset="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2883800" y="2432250"/>
            <a:ext cx="4926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1780" y="635"/>
            <a:ext cx="6380480" cy="514286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85090" y="3223895"/>
            <a:ext cx="2992120" cy="1703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subTitle" idx="1"/>
          </p:nvPr>
        </p:nvSpPr>
        <p:spPr>
          <a:xfrm>
            <a:off x="163050" y="3654440"/>
            <a:ext cx="3135000" cy="1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/>
              <a:t>গ্রুপ নং : ০৪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উপস্থাপক: 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মোছা: জান্নাতুল তাজরীন,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নুরাইয়া আক্তার বর্ষা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75;p14"/>
          <p:cNvSpPr txBox="1"/>
          <p:nvPr/>
        </p:nvSpPr>
        <p:spPr>
          <a:xfrm>
            <a:off x="207525" y="1064375"/>
            <a:ext cx="5366400" cy="21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সুপ্রভাত/শুভ সন্ধ্যা। আজকের এই প্রেজেন্টেশনের বিষয় হলো:</a:t>
            </a:r>
            <a:endParaRPr sz="18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"আজ আমরা বাংলাদেশের কৃষিক্ষেত্রে একটি নতুন দিগন্ত উন্মোচনকারী একটি ফ্রন্ট-এন্ড ওয়েবসাইট প্রোটোটাইপ, </a:t>
            </a:r>
            <a:r>
              <a:rPr lang="en-GB" sz="1800" b="1"/>
              <a:t>AgroGoti BD</a:t>
            </a:r>
            <a:r>
              <a:rPr lang="en-GB" sz="1800"/>
              <a:t> উপস্থাপন করব।"</a:t>
            </a:r>
            <a:r>
              <a:rPr lang="en-GB" sz="18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endParaRPr sz="18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</a:t>
            </a:r>
            <a:endParaRPr sz="18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0" y="0"/>
            <a:ext cx="9101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77" name="Google Shape;77;p14"/>
          <p:cNvSpPr txBox="1"/>
          <p:nvPr/>
        </p:nvSpPr>
        <p:spPr>
          <a:xfrm>
            <a:off x="993125" y="296450"/>
            <a:ext cx="787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8" name="Google Shape;78;p14" title="image-removebg-preview.png"/>
          <p:cNvPicPr preferRelativeResize="0"/>
          <p:nvPr/>
        </p:nvPicPr>
        <p:blipFill rotWithShape="1">
          <a:blip r:embed="rId1"/>
          <a:srcRect l="12731" r="12731"/>
          <a:stretch>
            <a:fillRect/>
          </a:stretch>
        </p:blipFill>
        <p:spPr>
          <a:xfrm>
            <a:off x="6608725" y="1471175"/>
            <a:ext cx="161581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>
            <a:off x="1397025" y="156000"/>
            <a:ext cx="6447900" cy="459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highlight>
                  <a:srgbClr val="B7B7B7"/>
                </a:highlight>
              </a:rPr>
              <a:t>🌱 </a:t>
            </a:r>
            <a:r>
              <a:rPr lang="en-GB" sz="2500" b="1">
                <a:highlight>
                  <a:srgbClr val="B7B7B7"/>
                </a:highlight>
              </a:rPr>
              <a:t>AgroGoti BD</a:t>
            </a:r>
            <a:r>
              <a:rPr lang="en-GB" sz="2500">
                <a:highlight>
                  <a:srgbClr val="B7B7B7"/>
                </a:highlight>
              </a:rPr>
              <a:t> - ডিজিটাল কৃষি অগ্রযাত্রা</a:t>
            </a:r>
            <a:endParaRPr>
              <a:solidFill>
                <a:schemeClr val="lt1"/>
              </a:solidFill>
              <a:highlight>
                <a:srgbClr val="B7B7B7"/>
              </a:highligh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80" name="Google Shape;80;p14" title="bangladesh-3543464_640.jp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435725" y="1792450"/>
            <a:ext cx="3353650" cy="26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992225" y="170450"/>
            <a:ext cx="7493700" cy="83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/>
              <a:t>সমস্যা এবং লক্ষ্য</a:t>
            </a:r>
            <a:endParaRPr sz="3000" b="1"/>
          </a:p>
        </p:txBody>
      </p:sp>
      <p:sp>
        <p:nvSpPr>
          <p:cNvPr id="86" name="Google Shape;86;p15"/>
          <p:cNvSpPr txBox="1"/>
          <p:nvPr/>
        </p:nvSpPr>
        <p:spPr>
          <a:xfrm>
            <a:off x="322650" y="874925"/>
            <a:ext cx="8498700" cy="1422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আমাদের লক্ষ্য ছিল—কৃষি তথ্যকে আরও সহজলভ্য এবং আকর্ষণীয় করে তোলা। ফ্রন্ট-এন্ডের মাধ্যমে আমরা ব্যবহারকারীকে একটি আধুনিক ইন্টারফেস দিতে চেয়েছি।</a:t>
            </a:r>
            <a:endParaRPr sz="2900">
              <a:solidFill>
                <a:srgbClr val="434343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941250" y="1586025"/>
            <a:ext cx="4269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188900" y="1966400"/>
            <a:ext cx="5632450" cy="292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0" y="815500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হোমপেজ ডিজাইন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6"/>
          <p:cNvSpPr txBox="1"/>
          <p:nvPr>
            <p:ph type="body" idx="1"/>
          </p:nvPr>
        </p:nvSpPr>
        <p:spPr>
          <a:xfrm>
            <a:off x="251275" y="1919200"/>
            <a:ext cx="3441000" cy="3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এটি আমাদের হোমপেজ। এখানে ইউজার সহজেই</a:t>
            </a:r>
            <a:r>
              <a:rPr lang="en-GB"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বাংলাদেশের উদীয়মান শিল্প ও অর্থনৈতিক খাত সম্পর্কে </a:t>
            </a:r>
            <a:r>
              <a:rPr lang="en-GB" sz="1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দেখতে পারবে  । আমরা </a:t>
            </a:r>
            <a:r>
              <a:rPr lang="en-GB"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Clean Design</a:t>
            </a:r>
            <a:r>
              <a:rPr lang="en-GB" sz="1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এবং </a:t>
            </a:r>
            <a:r>
              <a:rPr lang="en-GB"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Clear Navigation</a:t>
            </a:r>
            <a:r>
              <a:rPr lang="en-GB" sz="1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-এর উপর জোর দিয়েছি।</a:t>
            </a:r>
            <a:endParaRPr sz="1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785025" y="1679450"/>
            <a:ext cx="5358973" cy="3464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16"/>
          <p:cNvCxnSpPr/>
          <p:nvPr/>
        </p:nvCxnSpPr>
        <p:spPr>
          <a:xfrm rot="10800000" flipH="1">
            <a:off x="7293700" y="1950025"/>
            <a:ext cx="506700" cy="23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" name="Google Shape;97;p16"/>
          <p:cNvCxnSpPr/>
          <p:nvPr/>
        </p:nvCxnSpPr>
        <p:spPr>
          <a:xfrm rot="10800000" flipH="1">
            <a:off x="7777400" y="1988525"/>
            <a:ext cx="276300" cy="26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8" name="Google Shape;98;p16"/>
          <p:cNvSpPr/>
          <p:nvPr/>
        </p:nvSpPr>
        <p:spPr>
          <a:xfrm>
            <a:off x="7071050" y="1781200"/>
            <a:ext cx="237900" cy="1380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body" idx="1"/>
          </p:nvPr>
        </p:nvSpPr>
        <p:spPr>
          <a:xfrm>
            <a:off x="331950" y="1742649"/>
            <a:ext cx="8147400" cy="105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আমরা এমন একটি সেকশন ডিজাইন করেছি, যেখানে নির্দিষ্ট কিছু  বাংলাদেশের জনপ্রিয়  অর্থনীতিক খাত</a:t>
            </a:r>
            <a:r>
              <a:rPr lang="en-GB" sz="1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GB" sz="16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সম্পর্কিত তথ্যগুলো ছবি ও আইকনের মাধ্যমে ইন্টার‍্যাক্টিভভাবে দেখানো হয়েছে।</a:t>
            </a:r>
            <a:endParaRPr sz="1900"/>
          </a:p>
        </p:txBody>
      </p:sp>
      <p:sp>
        <p:nvSpPr>
          <p:cNvPr id="104" name="Google Shape;104;p17"/>
          <p:cNvSpPr txBox="1"/>
          <p:nvPr/>
        </p:nvSpPr>
        <p:spPr>
          <a:xfrm>
            <a:off x="550800" y="629950"/>
            <a:ext cx="79896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381000" lvl="0" indent="-36830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-GB" sz="2200">
                <a:solidFill>
                  <a:srgbClr val="FFFFFF"/>
                </a:solidFill>
              </a:rPr>
              <a:t>ফিচার হাইলাইট : ইন্টার‍্যাক্টিভ গাইড</a:t>
            </a:r>
            <a:endParaRPr sz="22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8563" y="2948025"/>
            <a:ext cx="2895676" cy="197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052188" y="2951416"/>
            <a:ext cx="2844825" cy="1862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974963" y="2949725"/>
            <a:ext cx="3090474" cy="186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/>
        </p:nvSpPr>
        <p:spPr>
          <a:xfrm>
            <a:off x="0" y="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প্রযুক্তিগত ভিত্তি</a:t>
            </a:r>
            <a:endParaRPr sz="2200"/>
          </a:p>
        </p:txBody>
      </p:sp>
      <p:pic>
        <p:nvPicPr>
          <p:cNvPr id="113" name="Google Shape;113;p18">
            <a:hlinkClick r:id="rId1" action="ppaction://hlinkfile"/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86050" y="2283525"/>
            <a:ext cx="2258700" cy="22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/>
          <p:nvPr/>
        </p:nvSpPr>
        <p:spPr>
          <a:xfrm>
            <a:off x="560450" y="591200"/>
            <a:ext cx="7915500" cy="115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এই দৃষ্টিনন্দন ডিজাইনটি তৈরি করতে আমরা ব্যবহার করেছি: </a:t>
            </a:r>
            <a:r>
              <a:rPr lang="en-GB" sz="1600" b="1">
                <a:hlinkClick r:id="rId1" action="ppaction://hlinkfile"/>
              </a:rPr>
              <a:t>HTML5</a:t>
            </a:r>
            <a:r>
              <a:rPr lang="en-GB" sz="1600" b="1"/>
              <a:t>, Tailwind </a:t>
            </a:r>
            <a:r>
              <a:rPr lang="en-GB" sz="1600" b="1">
                <a:hlinkClick r:id="rId3" action="ppaction://hlinkfile"/>
              </a:rPr>
              <a:t>Css</a:t>
            </a:r>
            <a:r>
              <a:rPr lang="en-GB" sz="1600" b="1"/>
              <a:t>, </a:t>
            </a:r>
            <a:r>
              <a:rPr lang="en-GB" sz="1600" b="1">
                <a:hlinkClick r:id="rId4" action="ppaction://hlinkfile"/>
              </a:rPr>
              <a:t>java</a:t>
            </a:r>
            <a:r>
              <a:rPr lang="en-US" altLang="en-GB" sz="1600" b="1">
                <a:hlinkClick r:id="rId4" action="ppaction://hlinkfile"/>
              </a:rPr>
              <a:t>script</a:t>
            </a:r>
            <a:endParaRPr lang="en-US" altLang="en-GB"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1600" b="1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115" name="Google Shape;115;p18">
            <a:hlinkClick r:id="rId3" action="ppaction://hlinkfile"/>
          </p:cNvPr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193800" y="2020950"/>
            <a:ext cx="2650699" cy="265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>
            <a:hlinkClick r:id="rId4" action="ppaction://hlinkfile"/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930950" y="2020950"/>
            <a:ext cx="2545001" cy="254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451550" y="616200"/>
            <a:ext cx="7794600" cy="3911100"/>
          </a:xfrm>
          <a:prstGeom prst="rect">
            <a:avLst/>
          </a:prstGeom>
          <a:solidFill>
            <a:srgbClr val="1155CC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2"/>
              </a:solidFill>
              <a:highlight>
                <a:schemeClr val="lt1"/>
              </a:highligh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b="1">
                <a:solidFill>
                  <a:schemeClr val="lt2"/>
                </a:solidFill>
                <a:highlight>
                  <a:schemeClr val="lt1"/>
                </a:highlight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Let's take a look at our deployed website.</a:t>
            </a:r>
            <a:endParaRPr sz="2900" b="1">
              <a:solidFill>
                <a:schemeClr val="lt2"/>
              </a:solidFill>
              <a:highlight>
                <a:schemeClr val="lt1"/>
              </a:highligh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lt2"/>
                </a:solidFill>
                <a:highlight>
                  <a:schemeClr val="lt1"/>
                </a:highlight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                                                                      </a:t>
            </a:r>
            <a:endParaRPr sz="2500" b="1">
              <a:solidFill>
                <a:schemeClr val="lt2"/>
              </a:solidFill>
              <a:highlight>
                <a:schemeClr val="lt1"/>
              </a:highligh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 u="sng">
                <a:solidFill>
                  <a:srgbClr val="FFF2C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1" action="ppaction://hlinkfile"/>
              </a:rPr>
              <a:t>AgroGoti BD</a:t>
            </a:r>
            <a:r>
              <a:rPr lang="en-GB" sz="2500" b="1" u="sng">
                <a:solidFill>
                  <a:schemeClr val="hlink"/>
                </a:solidFill>
                <a:highlight>
                  <a:schemeClr val="dk1"/>
                </a:highlight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  <a:hlinkClick r:id="rId1" action="ppaction://hlinkfile"/>
              </a:rPr>
              <a:t> </a:t>
            </a:r>
            <a:r>
              <a:rPr lang="en-GB" sz="2500">
                <a:solidFill>
                  <a:schemeClr val="lt2"/>
                </a:solidFill>
                <a:highlight>
                  <a:srgbClr val="00FFFF"/>
                </a:highlight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endParaRPr sz="2500">
              <a:solidFill>
                <a:schemeClr val="lt2"/>
              </a:solidFill>
              <a:highlight>
                <a:srgbClr val="FFFF00"/>
              </a:highlight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3530350" y="-482350"/>
            <a:ext cx="59112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20"/>
          <p:cNvCxnSpPr/>
          <p:nvPr/>
        </p:nvCxnSpPr>
        <p:spPr>
          <a:xfrm>
            <a:off x="2647750" y="2411475"/>
            <a:ext cx="3694500" cy="51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20"/>
          <p:cNvSpPr txBox="1"/>
          <p:nvPr/>
        </p:nvSpPr>
        <p:spPr>
          <a:xfrm>
            <a:off x="225600" y="1488075"/>
            <a:ext cx="8918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/>
              <a:t>Thank you.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1089</Words>
  <Application>WPS Presentation</Application>
  <PresentationFormat/>
  <Paragraphs>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Roboto</vt:lpstr>
      <vt:lpstr>Roboto</vt:lpstr>
      <vt:lpstr>Microsoft YaHei</vt:lpstr>
      <vt:lpstr>Arial Unicode MS</vt:lpstr>
      <vt:lpstr>Material</vt:lpstr>
      <vt:lpstr>PowerPoint 演示文稿</vt:lpstr>
      <vt:lpstr>PowerPoint 演示文稿</vt:lpstr>
      <vt:lpstr>সমস্যা এবং লক্ষ্য</vt:lpstr>
      <vt:lpstr>হোমপেজ ডিজাইন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HP</cp:lastModifiedBy>
  <cp:revision>4</cp:revision>
  <dcterms:created xsi:type="dcterms:W3CDTF">2025-12-29T06:11:00Z</dcterms:created>
  <dcterms:modified xsi:type="dcterms:W3CDTF">2025-12-29T06:27:33Z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0CD30648F49548029DDA67D8CA94FC88_13</vt:lpwstr>
  </property>
  <property fmtid="{D5CDD505-2E9C-101B-9397-08002B2CF9AE}" pid="3" name="KSOProductBuildVer">
    <vt:lpwstr>1033-12.2.0.23155</vt:lpwstr>
  </property>
</Properties>
</file>